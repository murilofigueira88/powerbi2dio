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371600" cy="5486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Formação Power BI Analyst – Desafio de Projeto da 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9966"/>
                </a:solidFill>
              </a:defRPr>
            </a:pPr>
            <a:r>
              <a:t>Report de Lucro Detalhado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286000" cy="731520"/>
          </a:xfrm>
          <a:prstGeom prst="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Segmentação: 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828800"/>
            <a:ext cx="2286000" cy="731520"/>
          </a:xfrm>
          <a:prstGeom prst="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Segmentação: Country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3200400" cy="2286000"/>
          </a:xfrm>
          <a:prstGeom prst="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Gráfico de Barras - Profit por Country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926080"/>
            <a:ext cx="3200400" cy="2286000"/>
          </a:xfrm>
          <a:prstGeom prst="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Gráfico Radar - Profit por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3200400" cy="2011680"/>
          </a:xfrm>
          <a:prstGeom prst="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Treemap - Profit por Segment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5486400"/>
            <a:ext cx="3200400" cy="2011680"/>
          </a:xfrm>
          <a:prstGeom prst="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Cascata - Profit por Trimestre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828800"/>
            <a:ext cx="1371600" cy="914400"/>
          </a:xfrm>
          <a:prstGeom prst="rect">
            <a:avLst/>
          </a:prstGeom>
          <a:solidFill>
            <a:srgbClr val="E6E6E6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Cartão - Soma Total de Profit</a:t>
            </a:r>
          </a:p>
        </p:txBody>
      </p:sp>
      <p:sp>
        <p:nvSpPr>
          <p:cNvPr id="12" name="Right Brace 11"/>
          <p:cNvSpPr/>
          <p:nvPr/>
        </p:nvSpPr>
        <p:spPr>
          <a:xfrm>
            <a:off x="8686800" y="3657600"/>
            <a:ext cx="457200" cy="1828800"/>
          </a:xfrm>
          <a:prstGeom prst="rightBrace">
            <a:avLst/>
          </a:prstGeom>
          <a:solidFill>
            <a:srgbClr val="009966"/>
          </a:solidFill>
          <a:ln>
            <a:solidFill>
              <a:srgbClr val="00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